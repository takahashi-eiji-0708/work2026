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28" r:id="rId4"/>
  </p:sldMasterIdLst>
  <p:notesMasterIdLst>
    <p:notesMasterId r:id="rId23"/>
  </p:notesMasterIdLst>
  <p:sldIdLst>
    <p:sldId id="256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8" r:id="rId20"/>
    <p:sldId id="282" r:id="rId21"/>
    <p:sldId id="275" r:id="rId22"/>
  </p:sldIdLst>
  <p:sldSz cx="9906000" cy="6858000" type="A4"/>
  <p:notesSz cx="6845300" cy="997108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320" userDrawn="1">
          <p15:clr>
            <a:srgbClr val="A4A3A4"/>
          </p15:clr>
        </p15:guide>
        <p15:guide id="4" orient="horz" pos="618" userDrawn="1">
          <p15:clr>
            <a:srgbClr val="A4A3A4"/>
          </p15:clr>
        </p15:guide>
        <p15:guide id="5" pos="1056" userDrawn="1">
          <p15:clr>
            <a:srgbClr val="A4A3A4"/>
          </p15:clr>
        </p15:guide>
        <p15:guide id="6" pos="5978" userDrawn="1">
          <p15:clr>
            <a:srgbClr val="A4A3A4"/>
          </p15:clr>
        </p15:guide>
        <p15:guide id="7" pos="1895" userDrawn="1">
          <p15:clr>
            <a:srgbClr val="A4A3A4"/>
          </p15:clr>
        </p15:guide>
        <p15:guide id="8" orient="horz" pos="9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7ACC"/>
    <a:srgbClr val="E2EFDA"/>
    <a:srgbClr val="0079C2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A4E64E-B2D8-461B-BB33-22E903A7C751}" v="30" dt="2026-03-05T07:21:32.799"/>
  </p1510:revLst>
</p1510:revInfo>
</file>

<file path=ppt/tableStyles.xml><?xml version="1.0" encoding="utf-8"?>
<a:tblStyleLst xmlns:a="http://schemas.openxmlformats.org/drawingml/2006/main" def="{6E25E649-3F16-4E02-A733-19D2CDBF48F0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淡色スタイル 3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660B408-B3CF-4A94-85FC-2B1E0A45F4A2}" styleName="濃色スタイル 2 - アクセント 1/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中間スタイル 4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4C1A8A3-306A-4EB7-A6B1-4F7E0EB9C5D6}" styleName="中間スタイル 3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淡色スタイル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822" y="96"/>
      </p:cViewPr>
      <p:guideLst>
        <p:guide orient="horz" pos="2160"/>
        <p:guide pos="3120"/>
        <p:guide pos="320"/>
        <p:guide orient="horz" pos="618"/>
        <p:guide pos="1056"/>
        <p:guide pos="5978"/>
        <p:guide pos="1895"/>
        <p:guide orient="horz" pos="9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西 昭彦" userId="bf88bb31-29fa-4ead-b1cb-4af00d19094c" providerId="ADAL" clId="{068FDD24-F46C-460D-B985-FA92B4ED4E04}"/>
    <pc:docChg chg="undo custSel addSld delSld modSld modShowInfo">
      <pc:chgData name="西 昭彦" userId="bf88bb31-29fa-4ead-b1cb-4af00d19094c" providerId="ADAL" clId="{068FDD24-F46C-460D-B985-FA92B4ED4E04}" dt="2026-03-05T07:21:56.300" v="314" actId="47"/>
      <pc:docMkLst>
        <pc:docMk/>
      </pc:docMkLst>
      <pc:sldChg chg="modSp mod">
        <pc:chgData name="西 昭彦" userId="bf88bb31-29fa-4ead-b1cb-4af00d19094c" providerId="ADAL" clId="{068FDD24-F46C-460D-B985-FA92B4ED4E04}" dt="2026-03-05T07:21:32.799" v="311"/>
        <pc:sldMkLst>
          <pc:docMk/>
          <pc:sldMk cId="3343256502" sldId="260"/>
        </pc:sldMkLst>
        <pc:spChg chg="mod">
          <ac:chgData name="西 昭彦" userId="bf88bb31-29fa-4ead-b1cb-4af00d19094c" providerId="ADAL" clId="{068FDD24-F46C-460D-B985-FA92B4ED4E04}" dt="2026-03-05T07:21:32.799" v="311"/>
          <ac:spMkLst>
            <pc:docMk/>
            <pc:sldMk cId="3343256502" sldId="260"/>
            <ac:spMk id="3" creationId="{872DC517-B7B0-01DA-E459-E9F7945FAB4B}"/>
          </ac:spMkLst>
        </pc:spChg>
      </pc:sldChg>
      <pc:sldChg chg="modSp mod">
        <pc:chgData name="西 昭彦" userId="bf88bb31-29fa-4ead-b1cb-4af00d19094c" providerId="ADAL" clId="{068FDD24-F46C-460D-B985-FA92B4ED4E04}" dt="2026-02-03T04:27:55.116" v="7" actId="313"/>
        <pc:sldMkLst>
          <pc:docMk/>
          <pc:sldMk cId="1262099718" sldId="261"/>
        </pc:sldMkLst>
        <pc:spChg chg="mod">
          <ac:chgData name="西 昭彦" userId="bf88bb31-29fa-4ead-b1cb-4af00d19094c" providerId="ADAL" clId="{068FDD24-F46C-460D-B985-FA92B4ED4E04}" dt="2026-02-03T04:27:55.116" v="7" actId="313"/>
          <ac:spMkLst>
            <pc:docMk/>
            <pc:sldMk cId="1262099718" sldId="261"/>
            <ac:spMk id="2" creationId="{BA54A8A5-BB25-2566-43BA-5E69328C5ACE}"/>
          </ac:spMkLst>
        </pc:spChg>
      </pc:sldChg>
      <pc:sldChg chg="modSp mod">
        <pc:chgData name="西 昭彦" userId="bf88bb31-29fa-4ead-b1cb-4af00d19094c" providerId="ADAL" clId="{068FDD24-F46C-460D-B985-FA92B4ED4E04}" dt="2026-02-03T04:28:48.113" v="14" actId="313"/>
        <pc:sldMkLst>
          <pc:docMk/>
          <pc:sldMk cId="2452837805" sldId="263"/>
        </pc:sldMkLst>
        <pc:spChg chg="mod">
          <ac:chgData name="西 昭彦" userId="bf88bb31-29fa-4ead-b1cb-4af00d19094c" providerId="ADAL" clId="{068FDD24-F46C-460D-B985-FA92B4ED4E04}" dt="2026-02-03T04:28:09.100" v="8" actId="313"/>
          <ac:spMkLst>
            <pc:docMk/>
            <pc:sldMk cId="2452837805" sldId="263"/>
            <ac:spMk id="3" creationId="{3FCC9B34-5D87-28D4-C58B-4C870486285A}"/>
          </ac:spMkLst>
        </pc:spChg>
        <pc:spChg chg="mod">
          <ac:chgData name="西 昭彦" userId="bf88bb31-29fa-4ead-b1cb-4af00d19094c" providerId="ADAL" clId="{068FDD24-F46C-460D-B985-FA92B4ED4E04}" dt="2026-02-03T04:28:48.113" v="14" actId="313"/>
          <ac:spMkLst>
            <pc:docMk/>
            <pc:sldMk cId="2452837805" sldId="263"/>
            <ac:spMk id="19" creationId="{A4B4279C-ABDB-8D9F-14C6-52865BDD722D}"/>
          </ac:spMkLst>
        </pc:spChg>
      </pc:sldChg>
      <pc:sldChg chg="modSp mod">
        <pc:chgData name="西 昭彦" userId="bf88bb31-29fa-4ead-b1cb-4af00d19094c" providerId="ADAL" clId="{068FDD24-F46C-460D-B985-FA92B4ED4E04}" dt="2026-02-03T06:04:03.249" v="21" actId="313"/>
        <pc:sldMkLst>
          <pc:docMk/>
          <pc:sldMk cId="2870977803" sldId="265"/>
        </pc:sldMkLst>
        <pc:spChg chg="mod">
          <ac:chgData name="西 昭彦" userId="bf88bb31-29fa-4ead-b1cb-4af00d19094c" providerId="ADAL" clId="{068FDD24-F46C-460D-B985-FA92B4ED4E04}" dt="2026-02-03T04:28:55.017" v="15" actId="313"/>
          <ac:spMkLst>
            <pc:docMk/>
            <pc:sldMk cId="2870977803" sldId="265"/>
            <ac:spMk id="2" creationId="{4AA0A64C-392B-5D23-5F22-6B87D3AC0684}"/>
          </ac:spMkLst>
        </pc:spChg>
        <pc:spChg chg="mod">
          <ac:chgData name="西 昭彦" userId="bf88bb31-29fa-4ead-b1cb-4af00d19094c" providerId="ADAL" clId="{068FDD24-F46C-460D-B985-FA92B4ED4E04}" dt="2026-02-03T04:29:14.626" v="17" actId="313"/>
          <ac:spMkLst>
            <pc:docMk/>
            <pc:sldMk cId="2870977803" sldId="265"/>
            <ac:spMk id="3" creationId="{B59079EF-8996-9F82-D0B0-F75E27547C07}"/>
          </ac:spMkLst>
        </pc:spChg>
        <pc:spChg chg="mod">
          <ac:chgData name="西 昭彦" userId="bf88bb31-29fa-4ead-b1cb-4af00d19094c" providerId="ADAL" clId="{068FDD24-F46C-460D-B985-FA92B4ED4E04}" dt="2026-02-03T06:03:49.300" v="18" actId="313"/>
          <ac:spMkLst>
            <pc:docMk/>
            <pc:sldMk cId="2870977803" sldId="265"/>
            <ac:spMk id="8" creationId="{36DEC278-D29A-88A5-8246-D81A98E2E936}"/>
          </ac:spMkLst>
        </pc:spChg>
        <pc:spChg chg="mod">
          <ac:chgData name="西 昭彦" userId="bf88bb31-29fa-4ead-b1cb-4af00d19094c" providerId="ADAL" clId="{068FDD24-F46C-460D-B985-FA92B4ED4E04}" dt="2026-02-03T06:03:53.526" v="19" actId="313"/>
          <ac:spMkLst>
            <pc:docMk/>
            <pc:sldMk cId="2870977803" sldId="265"/>
            <ac:spMk id="10" creationId="{65FE72BE-F8FD-B440-835E-AE9A257B8FD7}"/>
          </ac:spMkLst>
        </pc:spChg>
        <pc:spChg chg="mod">
          <ac:chgData name="西 昭彦" userId="bf88bb31-29fa-4ead-b1cb-4af00d19094c" providerId="ADAL" clId="{068FDD24-F46C-460D-B985-FA92B4ED4E04}" dt="2026-02-03T06:04:00.656" v="20" actId="313"/>
          <ac:spMkLst>
            <pc:docMk/>
            <pc:sldMk cId="2870977803" sldId="265"/>
            <ac:spMk id="11" creationId="{691DA6DF-7352-8B25-46EF-F5C8C6476829}"/>
          </ac:spMkLst>
        </pc:spChg>
        <pc:spChg chg="mod">
          <ac:chgData name="西 昭彦" userId="bf88bb31-29fa-4ead-b1cb-4af00d19094c" providerId="ADAL" clId="{068FDD24-F46C-460D-B985-FA92B4ED4E04}" dt="2026-02-03T06:04:03.249" v="21" actId="313"/>
          <ac:spMkLst>
            <pc:docMk/>
            <pc:sldMk cId="2870977803" sldId="265"/>
            <ac:spMk id="14" creationId="{E7CE92AC-8D8D-E27F-B6CF-405A0FD3C87F}"/>
          </ac:spMkLst>
        </pc:spChg>
      </pc:sldChg>
      <pc:sldChg chg="modSp mod">
        <pc:chgData name="西 昭彦" userId="bf88bb31-29fa-4ead-b1cb-4af00d19094c" providerId="ADAL" clId="{068FDD24-F46C-460D-B985-FA92B4ED4E04}" dt="2026-02-16T01:11:35.806" v="104" actId="113"/>
        <pc:sldMkLst>
          <pc:docMk/>
          <pc:sldMk cId="89461200" sldId="266"/>
        </pc:sldMkLst>
        <pc:spChg chg="mod">
          <ac:chgData name="西 昭彦" userId="bf88bb31-29fa-4ead-b1cb-4af00d19094c" providerId="ADAL" clId="{068FDD24-F46C-460D-B985-FA92B4ED4E04}" dt="2026-02-16T01:11:35.806" v="104" actId="113"/>
          <ac:spMkLst>
            <pc:docMk/>
            <pc:sldMk cId="89461200" sldId="266"/>
            <ac:spMk id="3" creationId="{0D07AE45-0F20-1315-56F3-A965631FB3C6}"/>
          </ac:spMkLst>
        </pc:spChg>
        <pc:graphicFrameChg chg="modGraphic">
          <ac:chgData name="西 昭彦" userId="bf88bb31-29fa-4ead-b1cb-4af00d19094c" providerId="ADAL" clId="{068FDD24-F46C-460D-B985-FA92B4ED4E04}" dt="2026-02-03T06:05:26.445" v="27" actId="313"/>
          <ac:graphicFrameMkLst>
            <pc:docMk/>
            <pc:sldMk cId="89461200" sldId="266"/>
            <ac:graphicFrameMk id="6" creationId="{42B80F08-AE8D-971D-9785-1CFEE117C166}"/>
          </ac:graphicFrameMkLst>
        </pc:graphicFrameChg>
      </pc:sldChg>
      <pc:sldChg chg="modSp mod">
        <pc:chgData name="西 昭彦" userId="bf88bb31-29fa-4ead-b1cb-4af00d19094c" providerId="ADAL" clId="{068FDD24-F46C-460D-B985-FA92B4ED4E04}" dt="2026-02-03T06:05:45.953" v="28" actId="313"/>
        <pc:sldMkLst>
          <pc:docMk/>
          <pc:sldMk cId="2342619096" sldId="267"/>
        </pc:sldMkLst>
        <pc:graphicFrameChg chg="modGraphic">
          <ac:chgData name="西 昭彦" userId="bf88bb31-29fa-4ead-b1cb-4af00d19094c" providerId="ADAL" clId="{068FDD24-F46C-460D-B985-FA92B4ED4E04}" dt="2026-02-03T06:05:45.953" v="28" actId="313"/>
          <ac:graphicFrameMkLst>
            <pc:docMk/>
            <pc:sldMk cId="2342619096" sldId="267"/>
            <ac:graphicFrameMk id="6" creationId="{880C70F8-35E6-84DA-2DC3-2E1F1139E455}"/>
          </ac:graphicFrameMkLst>
        </pc:graphicFrameChg>
      </pc:sldChg>
      <pc:sldChg chg="modSp mod">
        <pc:chgData name="西 昭彦" userId="bf88bb31-29fa-4ead-b1cb-4af00d19094c" providerId="ADAL" clId="{068FDD24-F46C-460D-B985-FA92B4ED4E04}" dt="2026-02-03T06:11:07.266" v="74" actId="14100"/>
        <pc:sldMkLst>
          <pc:docMk/>
          <pc:sldMk cId="3952969826" sldId="268"/>
        </pc:sldMkLst>
        <pc:spChg chg="mod">
          <ac:chgData name="西 昭彦" userId="bf88bb31-29fa-4ead-b1cb-4af00d19094c" providerId="ADAL" clId="{068FDD24-F46C-460D-B985-FA92B4ED4E04}" dt="2026-02-03T06:11:07.266" v="74" actId="14100"/>
          <ac:spMkLst>
            <pc:docMk/>
            <pc:sldMk cId="3952969826" sldId="268"/>
            <ac:spMk id="3" creationId="{2339BA62-3ECE-74C4-5C08-07B517EE6D6B}"/>
          </ac:spMkLst>
        </pc:spChg>
        <pc:spChg chg="mod">
          <ac:chgData name="西 昭彦" userId="bf88bb31-29fa-4ead-b1cb-4af00d19094c" providerId="ADAL" clId="{068FDD24-F46C-460D-B985-FA92B4ED4E04}" dt="2026-02-03T06:10:57.558" v="72" actId="1076"/>
          <ac:spMkLst>
            <pc:docMk/>
            <pc:sldMk cId="3952969826" sldId="268"/>
            <ac:spMk id="11" creationId="{4FF3B827-F001-2B53-A248-1BF0168ACABB}"/>
          </ac:spMkLst>
        </pc:spChg>
        <pc:spChg chg="mod">
          <ac:chgData name="西 昭彦" userId="bf88bb31-29fa-4ead-b1cb-4af00d19094c" providerId="ADAL" clId="{068FDD24-F46C-460D-B985-FA92B4ED4E04}" dt="2026-02-03T06:10:57.558" v="72" actId="1076"/>
          <ac:spMkLst>
            <pc:docMk/>
            <pc:sldMk cId="3952969826" sldId="268"/>
            <ac:spMk id="12" creationId="{3EA8498E-B49D-E20B-7306-0EE33A68B9CA}"/>
          </ac:spMkLst>
        </pc:spChg>
        <pc:spChg chg="mod">
          <ac:chgData name="西 昭彦" userId="bf88bb31-29fa-4ead-b1cb-4af00d19094c" providerId="ADAL" clId="{068FDD24-F46C-460D-B985-FA92B4ED4E04}" dt="2026-02-03T06:10:57.558" v="72" actId="1076"/>
          <ac:spMkLst>
            <pc:docMk/>
            <pc:sldMk cId="3952969826" sldId="268"/>
            <ac:spMk id="13" creationId="{6A5B3DB7-EF82-E6E1-D922-1B5ED5EFA34D}"/>
          </ac:spMkLst>
        </pc:spChg>
        <pc:spChg chg="mod">
          <ac:chgData name="西 昭彦" userId="bf88bb31-29fa-4ead-b1cb-4af00d19094c" providerId="ADAL" clId="{068FDD24-F46C-460D-B985-FA92B4ED4E04}" dt="2026-02-03T06:10:57.558" v="72" actId="1076"/>
          <ac:spMkLst>
            <pc:docMk/>
            <pc:sldMk cId="3952969826" sldId="268"/>
            <ac:spMk id="14" creationId="{D1937052-564F-38F0-5F52-B3ABE6E4C568}"/>
          </ac:spMkLst>
        </pc:spChg>
        <pc:spChg chg="mod">
          <ac:chgData name="西 昭彦" userId="bf88bb31-29fa-4ead-b1cb-4af00d19094c" providerId="ADAL" clId="{068FDD24-F46C-460D-B985-FA92B4ED4E04}" dt="2026-02-03T06:10:57.558" v="72" actId="1076"/>
          <ac:spMkLst>
            <pc:docMk/>
            <pc:sldMk cId="3952969826" sldId="268"/>
            <ac:spMk id="15" creationId="{D4D3E482-25DC-B2A5-8BF4-D9288468C2F5}"/>
          </ac:spMkLst>
        </pc:spChg>
        <pc:spChg chg="mod">
          <ac:chgData name="西 昭彦" userId="bf88bb31-29fa-4ead-b1cb-4af00d19094c" providerId="ADAL" clId="{068FDD24-F46C-460D-B985-FA92B4ED4E04}" dt="2026-02-03T06:10:57.558" v="72" actId="1076"/>
          <ac:spMkLst>
            <pc:docMk/>
            <pc:sldMk cId="3952969826" sldId="268"/>
            <ac:spMk id="16" creationId="{FE1CEF5C-D18D-F19B-6B1E-C2F993F413DC}"/>
          </ac:spMkLst>
        </pc:spChg>
        <pc:spChg chg="mod">
          <ac:chgData name="西 昭彦" userId="bf88bb31-29fa-4ead-b1cb-4af00d19094c" providerId="ADAL" clId="{068FDD24-F46C-460D-B985-FA92B4ED4E04}" dt="2026-02-03T06:10:57.558" v="72" actId="1076"/>
          <ac:spMkLst>
            <pc:docMk/>
            <pc:sldMk cId="3952969826" sldId="268"/>
            <ac:spMk id="17" creationId="{3FAF4A4A-3EFE-6A10-7D4C-33EA4011F041}"/>
          </ac:spMkLst>
        </pc:spChg>
        <pc:spChg chg="mod">
          <ac:chgData name="西 昭彦" userId="bf88bb31-29fa-4ead-b1cb-4af00d19094c" providerId="ADAL" clId="{068FDD24-F46C-460D-B985-FA92B4ED4E04}" dt="2026-02-03T06:10:57.558" v="72" actId="1076"/>
          <ac:spMkLst>
            <pc:docMk/>
            <pc:sldMk cId="3952969826" sldId="268"/>
            <ac:spMk id="18" creationId="{9B5D1E58-B53B-6503-A05F-3B671E6B6772}"/>
          </ac:spMkLst>
        </pc:spChg>
        <pc:spChg chg="mod">
          <ac:chgData name="西 昭彦" userId="bf88bb31-29fa-4ead-b1cb-4af00d19094c" providerId="ADAL" clId="{068FDD24-F46C-460D-B985-FA92B4ED4E04}" dt="2026-02-03T06:10:57.558" v="72" actId="1076"/>
          <ac:spMkLst>
            <pc:docMk/>
            <pc:sldMk cId="3952969826" sldId="268"/>
            <ac:spMk id="19" creationId="{7369F35B-1A49-4210-36BF-6E66C1FABA8F}"/>
          </ac:spMkLst>
        </pc:spChg>
        <pc:picChg chg="mod">
          <ac:chgData name="西 昭彦" userId="bf88bb31-29fa-4ead-b1cb-4af00d19094c" providerId="ADAL" clId="{068FDD24-F46C-460D-B985-FA92B4ED4E04}" dt="2026-02-03T06:10:22.773" v="68" actId="1076"/>
          <ac:picMkLst>
            <pc:docMk/>
            <pc:sldMk cId="3952969826" sldId="268"/>
            <ac:picMk id="7" creationId="{77D9F878-C87F-CEC1-1025-F75FBA84F4F9}"/>
          </ac:picMkLst>
        </pc:picChg>
        <pc:picChg chg="mod">
          <ac:chgData name="西 昭彦" userId="bf88bb31-29fa-4ead-b1cb-4af00d19094c" providerId="ADAL" clId="{068FDD24-F46C-460D-B985-FA92B4ED4E04}" dt="2026-02-03T06:10:57.558" v="72" actId="1076"/>
          <ac:picMkLst>
            <pc:docMk/>
            <pc:sldMk cId="3952969826" sldId="268"/>
            <ac:picMk id="8" creationId="{05574EC3-BD47-FD45-1E76-4420FD931F2D}"/>
          </ac:picMkLst>
        </pc:picChg>
        <pc:picChg chg="mod">
          <ac:chgData name="西 昭彦" userId="bf88bb31-29fa-4ead-b1cb-4af00d19094c" providerId="ADAL" clId="{068FDD24-F46C-460D-B985-FA92B4ED4E04}" dt="2026-02-03T06:09:20.273" v="64" actId="1076"/>
          <ac:picMkLst>
            <pc:docMk/>
            <pc:sldMk cId="3952969826" sldId="268"/>
            <ac:picMk id="9" creationId="{B93F2BBF-4FD9-41AF-8165-BEEA84E1D4D2}"/>
          </ac:picMkLst>
        </pc:picChg>
      </pc:sldChg>
      <pc:sldChg chg="modSp mod">
        <pc:chgData name="西 昭彦" userId="bf88bb31-29fa-4ead-b1cb-4af00d19094c" providerId="ADAL" clId="{068FDD24-F46C-460D-B985-FA92B4ED4E04}" dt="2026-02-03T06:06:07.403" v="37" actId="313"/>
        <pc:sldMkLst>
          <pc:docMk/>
          <pc:sldMk cId="3176560299" sldId="270"/>
        </pc:sldMkLst>
        <pc:spChg chg="mod">
          <ac:chgData name="西 昭彦" userId="bf88bb31-29fa-4ead-b1cb-4af00d19094c" providerId="ADAL" clId="{068FDD24-F46C-460D-B985-FA92B4ED4E04}" dt="2026-02-03T06:06:01.328" v="34" actId="313"/>
          <ac:spMkLst>
            <pc:docMk/>
            <pc:sldMk cId="3176560299" sldId="270"/>
            <ac:spMk id="13" creationId="{93654997-E95D-75D1-92C1-6B5544F27971}"/>
          </ac:spMkLst>
        </pc:spChg>
        <pc:spChg chg="mod">
          <ac:chgData name="西 昭彦" userId="bf88bb31-29fa-4ead-b1cb-4af00d19094c" providerId="ADAL" clId="{068FDD24-F46C-460D-B985-FA92B4ED4E04}" dt="2026-02-03T06:06:07.403" v="37" actId="313"/>
          <ac:spMkLst>
            <pc:docMk/>
            <pc:sldMk cId="3176560299" sldId="270"/>
            <ac:spMk id="19" creationId="{1D49B89C-5D68-5091-A0A1-25C2551F0551}"/>
          </ac:spMkLst>
        </pc:spChg>
      </pc:sldChg>
      <pc:sldChg chg="modSp mod">
        <pc:chgData name="西 昭彦" userId="bf88bb31-29fa-4ead-b1cb-4af00d19094c" providerId="ADAL" clId="{068FDD24-F46C-460D-B985-FA92B4ED4E04}" dt="2026-02-03T06:06:13.566" v="40" actId="313"/>
        <pc:sldMkLst>
          <pc:docMk/>
          <pc:sldMk cId="433939265" sldId="273"/>
        </pc:sldMkLst>
        <pc:graphicFrameChg chg="modGraphic">
          <ac:chgData name="西 昭彦" userId="bf88bb31-29fa-4ead-b1cb-4af00d19094c" providerId="ADAL" clId="{068FDD24-F46C-460D-B985-FA92B4ED4E04}" dt="2026-02-03T06:06:13.566" v="40" actId="313"/>
          <ac:graphicFrameMkLst>
            <pc:docMk/>
            <pc:sldMk cId="433939265" sldId="273"/>
            <ac:graphicFrameMk id="6" creationId="{5F625867-1289-68FA-121D-E422D4102D34}"/>
          </ac:graphicFrameMkLst>
        </pc:graphicFrameChg>
      </pc:sldChg>
      <pc:sldChg chg="addSp delSp modSp mod">
        <pc:chgData name="西 昭彦" userId="bf88bb31-29fa-4ead-b1cb-4af00d19094c" providerId="ADAL" clId="{068FDD24-F46C-460D-B985-FA92B4ED4E04}" dt="2026-03-05T04:03:47.220" v="115" actId="13926"/>
        <pc:sldMkLst>
          <pc:docMk/>
          <pc:sldMk cId="300443914" sldId="274"/>
        </pc:sldMkLst>
        <pc:spChg chg="mod">
          <ac:chgData name="西 昭彦" userId="bf88bb31-29fa-4ead-b1cb-4af00d19094c" providerId="ADAL" clId="{068FDD24-F46C-460D-B985-FA92B4ED4E04}" dt="2026-03-05T04:03:06.789" v="110" actId="13926"/>
          <ac:spMkLst>
            <pc:docMk/>
            <pc:sldMk cId="300443914" sldId="274"/>
            <ac:spMk id="3" creationId="{987D428D-E878-169B-AABB-33BD50B1D2EE}"/>
          </ac:spMkLst>
        </pc:spChg>
        <pc:spChg chg="add del">
          <ac:chgData name="西 昭彦" userId="bf88bb31-29fa-4ead-b1cb-4af00d19094c" providerId="ADAL" clId="{068FDD24-F46C-460D-B985-FA92B4ED4E04}" dt="2026-03-05T04:02:20.556" v="106" actId="22"/>
          <ac:spMkLst>
            <pc:docMk/>
            <pc:sldMk cId="300443914" sldId="274"/>
            <ac:spMk id="8" creationId="{894816EC-C816-9D60-C3D6-D1B0EE84B41C}"/>
          </ac:spMkLst>
        </pc:spChg>
        <pc:graphicFrameChg chg="modGraphic">
          <ac:chgData name="西 昭彦" userId="bf88bb31-29fa-4ead-b1cb-4af00d19094c" providerId="ADAL" clId="{068FDD24-F46C-460D-B985-FA92B4ED4E04}" dt="2026-03-05T04:03:47.220" v="115" actId="13926"/>
          <ac:graphicFrameMkLst>
            <pc:docMk/>
            <pc:sldMk cId="300443914" sldId="274"/>
            <ac:graphicFrameMk id="7" creationId="{9EB4BBEC-F0EF-A460-E1F0-9EA68762222B}"/>
          </ac:graphicFrameMkLst>
        </pc:graphicFrameChg>
      </pc:sldChg>
      <pc:sldChg chg="modSp mod">
        <pc:chgData name="西 昭彦" userId="bf88bb31-29fa-4ead-b1cb-4af00d19094c" providerId="ADAL" clId="{068FDD24-F46C-460D-B985-FA92B4ED4E04}" dt="2026-02-03T06:06:34.020" v="44" actId="313"/>
        <pc:sldMkLst>
          <pc:docMk/>
          <pc:sldMk cId="1516786461" sldId="275"/>
        </pc:sldMkLst>
        <pc:spChg chg="mod">
          <ac:chgData name="西 昭彦" userId="bf88bb31-29fa-4ead-b1cb-4af00d19094c" providerId="ADAL" clId="{068FDD24-F46C-460D-B985-FA92B4ED4E04}" dt="2026-02-03T06:06:34.020" v="44" actId="313"/>
          <ac:spMkLst>
            <pc:docMk/>
            <pc:sldMk cId="1516786461" sldId="275"/>
            <ac:spMk id="4" creationId="{397A6327-B4EB-7382-013A-88CC2E2B0C48}"/>
          </ac:spMkLst>
        </pc:spChg>
      </pc:sldChg>
      <pc:sldChg chg="addSp delSp modSp new del mod">
        <pc:chgData name="西 昭彦" userId="bf88bb31-29fa-4ead-b1cb-4af00d19094c" providerId="ADAL" clId="{068FDD24-F46C-460D-B985-FA92B4ED4E04}" dt="2026-03-05T07:21:54.438" v="313" actId="47"/>
        <pc:sldMkLst>
          <pc:docMk/>
          <pc:sldMk cId="459180743" sldId="276"/>
        </pc:sldMkLst>
        <pc:spChg chg="mod">
          <ac:chgData name="西 昭彦" userId="bf88bb31-29fa-4ead-b1cb-4af00d19094c" providerId="ADAL" clId="{068FDD24-F46C-460D-B985-FA92B4ED4E04}" dt="2026-03-05T04:09:14.886" v="158" actId="20577"/>
          <ac:spMkLst>
            <pc:docMk/>
            <pc:sldMk cId="459180743" sldId="276"/>
            <ac:spMk id="2" creationId="{104CF960-AC9D-122A-0D32-7A9DFF7C3EF7}"/>
          </ac:spMkLst>
        </pc:spChg>
        <pc:spChg chg="mod">
          <ac:chgData name="西 昭彦" userId="bf88bb31-29fa-4ead-b1cb-4af00d19094c" providerId="ADAL" clId="{068FDD24-F46C-460D-B985-FA92B4ED4E04}" dt="2026-03-05T04:13:20.535" v="211" actId="5793"/>
          <ac:spMkLst>
            <pc:docMk/>
            <pc:sldMk cId="459180743" sldId="276"/>
            <ac:spMk id="3" creationId="{E1354253-29CB-3C8A-6D7A-7759FE27E596}"/>
          </ac:spMkLst>
        </pc:spChg>
        <pc:spChg chg="add">
          <ac:chgData name="西 昭彦" userId="bf88bb31-29fa-4ead-b1cb-4af00d19094c" providerId="ADAL" clId="{068FDD24-F46C-460D-B985-FA92B4ED4E04}" dt="2026-03-05T04:05:20.942" v="124"/>
          <ac:spMkLst>
            <pc:docMk/>
            <pc:sldMk cId="459180743" sldId="276"/>
            <ac:spMk id="6" creationId="{15D86344-91BA-ADBD-7DFC-D8699F7F0E22}"/>
          </ac:spMkLst>
        </pc:spChg>
        <pc:spChg chg="add">
          <ac:chgData name="西 昭彦" userId="bf88bb31-29fa-4ead-b1cb-4af00d19094c" providerId="ADAL" clId="{068FDD24-F46C-460D-B985-FA92B4ED4E04}" dt="2026-03-05T04:05:30.106" v="125"/>
          <ac:spMkLst>
            <pc:docMk/>
            <pc:sldMk cId="459180743" sldId="276"/>
            <ac:spMk id="7" creationId="{7BA3D73D-D7ED-82C5-B8E0-FD05A3BD7AC9}"/>
          </ac:spMkLst>
        </pc:spChg>
        <pc:spChg chg="add">
          <ac:chgData name="西 昭彦" userId="bf88bb31-29fa-4ead-b1cb-4af00d19094c" providerId="ADAL" clId="{068FDD24-F46C-460D-B985-FA92B4ED4E04}" dt="2026-03-05T04:08:15.004" v="144"/>
          <ac:spMkLst>
            <pc:docMk/>
            <pc:sldMk cId="459180743" sldId="276"/>
            <ac:spMk id="8" creationId="{C68C2A8F-411C-4A4A-4D30-AE684F343810}"/>
          </ac:spMkLst>
        </pc:spChg>
        <pc:spChg chg="add del">
          <ac:chgData name="西 昭彦" userId="bf88bb31-29fa-4ead-b1cb-4af00d19094c" providerId="ADAL" clId="{068FDD24-F46C-460D-B985-FA92B4ED4E04}" dt="2026-03-05T06:57:16.885" v="247" actId="22"/>
          <ac:spMkLst>
            <pc:docMk/>
            <pc:sldMk cId="459180743" sldId="276"/>
            <ac:spMk id="10" creationId="{02E1FD5D-A670-5A36-437E-7525DA7D60C0}"/>
          </ac:spMkLst>
        </pc:spChg>
      </pc:sldChg>
      <pc:sldChg chg="modSp add del mod">
        <pc:chgData name="西 昭彦" userId="bf88bb31-29fa-4ead-b1cb-4af00d19094c" providerId="ADAL" clId="{068FDD24-F46C-460D-B985-FA92B4ED4E04}" dt="2026-03-05T07:21:52.331" v="312" actId="47"/>
        <pc:sldMkLst>
          <pc:docMk/>
          <pc:sldMk cId="281412182" sldId="277"/>
        </pc:sldMkLst>
        <pc:spChg chg="mod">
          <ac:chgData name="西 昭彦" userId="bf88bb31-29fa-4ead-b1cb-4af00d19094c" providerId="ADAL" clId="{068FDD24-F46C-460D-B985-FA92B4ED4E04}" dt="2026-03-05T04:09:43.230" v="181" actId="20577"/>
          <ac:spMkLst>
            <pc:docMk/>
            <pc:sldMk cId="281412182" sldId="277"/>
            <ac:spMk id="2" creationId="{F05BAB52-2743-B2A6-98B5-D457F101410F}"/>
          </ac:spMkLst>
        </pc:spChg>
        <pc:spChg chg="mod">
          <ac:chgData name="西 昭彦" userId="bf88bb31-29fa-4ead-b1cb-4af00d19094c" providerId="ADAL" clId="{068FDD24-F46C-460D-B985-FA92B4ED4E04}" dt="2026-03-05T04:13:51.867" v="213" actId="27636"/>
          <ac:spMkLst>
            <pc:docMk/>
            <pc:sldMk cId="281412182" sldId="277"/>
            <ac:spMk id="3" creationId="{9244BE66-6889-F639-382A-A48FB68C329C}"/>
          </ac:spMkLst>
        </pc:spChg>
      </pc:sldChg>
      <pc:sldChg chg="modSp add mod">
        <pc:chgData name="西 昭彦" userId="bf88bb31-29fa-4ead-b1cb-4af00d19094c" providerId="ADAL" clId="{068FDD24-F46C-460D-B985-FA92B4ED4E04}" dt="2026-03-05T06:56:57.237" v="245" actId="27636"/>
        <pc:sldMkLst>
          <pc:docMk/>
          <pc:sldMk cId="3180118420" sldId="278"/>
        </pc:sldMkLst>
        <pc:spChg chg="mod">
          <ac:chgData name="西 昭彦" userId="bf88bb31-29fa-4ead-b1cb-4af00d19094c" providerId="ADAL" clId="{068FDD24-F46C-460D-B985-FA92B4ED4E04}" dt="2026-03-05T06:56:57.237" v="245" actId="27636"/>
          <ac:spMkLst>
            <pc:docMk/>
            <pc:sldMk cId="3180118420" sldId="278"/>
            <ac:spMk id="2" creationId="{D14E9D3A-51D4-0CEF-B3B9-D69674441612}"/>
          </ac:spMkLst>
        </pc:spChg>
      </pc:sldChg>
      <pc:sldChg chg="new del">
        <pc:chgData name="西 昭彦" userId="bf88bb31-29fa-4ead-b1cb-4af00d19094c" providerId="ADAL" clId="{068FDD24-F46C-460D-B985-FA92B4ED4E04}" dt="2026-03-05T06:57:34.882" v="250" actId="47"/>
        <pc:sldMkLst>
          <pc:docMk/>
          <pc:sldMk cId="2868701527" sldId="279"/>
        </pc:sldMkLst>
      </pc:sldChg>
      <pc:sldChg chg="add del">
        <pc:chgData name="西 昭彦" userId="bf88bb31-29fa-4ead-b1cb-4af00d19094c" providerId="ADAL" clId="{068FDD24-F46C-460D-B985-FA92B4ED4E04}" dt="2026-03-05T07:21:56.300" v="314" actId="47"/>
        <pc:sldMkLst>
          <pc:docMk/>
          <pc:sldMk cId="827591373" sldId="280"/>
        </pc:sldMkLst>
      </pc:sldChg>
      <pc:sldChg chg="addSp modSp add del mod">
        <pc:chgData name="西 昭彦" userId="bf88bb31-29fa-4ead-b1cb-4af00d19094c" providerId="ADAL" clId="{068FDD24-F46C-460D-B985-FA92B4ED4E04}" dt="2026-03-05T07:21:14.617" v="310" actId="2696"/>
        <pc:sldMkLst>
          <pc:docMk/>
          <pc:sldMk cId="1352344967" sldId="281"/>
        </pc:sldMkLst>
        <pc:spChg chg="mod">
          <ac:chgData name="西 昭彦" userId="bf88bb31-29fa-4ead-b1cb-4af00d19094c" providerId="ADAL" clId="{068FDD24-F46C-460D-B985-FA92B4ED4E04}" dt="2026-03-05T07:04:45.187" v="252" actId="6549"/>
          <ac:spMkLst>
            <pc:docMk/>
            <pc:sldMk cId="1352344967" sldId="281"/>
            <ac:spMk id="3" creationId="{99791EE5-0652-3508-3D30-B091421DF20A}"/>
          </ac:spMkLst>
        </pc:spChg>
        <pc:graphicFrameChg chg="add mod modGraphic">
          <ac:chgData name="西 昭彦" userId="bf88bb31-29fa-4ead-b1cb-4af00d19094c" providerId="ADAL" clId="{068FDD24-F46C-460D-B985-FA92B4ED4E04}" dt="2026-03-05T07:06:38.448" v="255" actId="14734"/>
          <ac:graphicFrameMkLst>
            <pc:docMk/>
            <pc:sldMk cId="1352344967" sldId="281"/>
            <ac:graphicFrameMk id="6" creationId="{01521099-B73E-76AF-6D33-6793A6EE80F2}"/>
          </ac:graphicFrameMkLst>
        </pc:graphicFrameChg>
      </pc:sldChg>
      <pc:sldChg chg="addSp delSp modSp add mod">
        <pc:chgData name="西 昭彦" userId="bf88bb31-29fa-4ead-b1cb-4af00d19094c" providerId="ADAL" clId="{068FDD24-F46C-460D-B985-FA92B4ED4E04}" dt="2026-03-05T07:16:26.499" v="309" actId="6549"/>
        <pc:sldMkLst>
          <pc:docMk/>
          <pc:sldMk cId="2182673735" sldId="282"/>
        </pc:sldMkLst>
        <pc:spChg chg="mod">
          <ac:chgData name="西 昭彦" userId="bf88bb31-29fa-4ead-b1cb-4af00d19094c" providerId="ADAL" clId="{068FDD24-F46C-460D-B985-FA92B4ED4E04}" dt="2026-03-05T07:16:26.499" v="309" actId="6549"/>
          <ac:spMkLst>
            <pc:docMk/>
            <pc:sldMk cId="2182673735" sldId="282"/>
            <ac:spMk id="2" creationId="{1E07FA10-9CC9-2683-4447-2F2B21781226}"/>
          </ac:spMkLst>
        </pc:spChg>
        <pc:graphicFrameChg chg="del modGraphic">
          <ac:chgData name="西 昭彦" userId="bf88bb31-29fa-4ead-b1cb-4af00d19094c" providerId="ADAL" clId="{068FDD24-F46C-460D-B985-FA92B4ED4E04}" dt="2026-03-05T07:07:20.852" v="259" actId="478"/>
          <ac:graphicFrameMkLst>
            <pc:docMk/>
            <pc:sldMk cId="2182673735" sldId="282"/>
            <ac:graphicFrameMk id="6" creationId="{82301240-615B-483B-3C49-F8F6DE4B9905}"/>
          </ac:graphicFrameMkLst>
        </pc:graphicFrameChg>
        <pc:graphicFrameChg chg="add del">
          <ac:chgData name="西 昭彦" userId="bf88bb31-29fa-4ead-b1cb-4af00d19094c" providerId="ADAL" clId="{068FDD24-F46C-460D-B985-FA92B4ED4E04}" dt="2026-03-05T07:07:53.975" v="261" actId="3680"/>
          <ac:graphicFrameMkLst>
            <pc:docMk/>
            <pc:sldMk cId="2182673735" sldId="282"/>
            <ac:graphicFrameMk id="7" creationId="{ADD28F2C-35A5-9F83-65DB-9BFCA70A854D}"/>
          </ac:graphicFrameMkLst>
        </pc:graphicFrameChg>
        <pc:graphicFrameChg chg="add mod modGraphic">
          <ac:chgData name="西 昭彦" userId="bf88bb31-29fa-4ead-b1cb-4af00d19094c" providerId="ADAL" clId="{068FDD24-F46C-460D-B985-FA92B4ED4E04}" dt="2026-03-05T07:15:46.158" v="308" actId="6549"/>
          <ac:graphicFrameMkLst>
            <pc:docMk/>
            <pc:sldMk cId="2182673735" sldId="282"/>
            <ac:graphicFrameMk id="8" creationId="{BD9A2439-654A-D6CC-97B4-D2A027BA869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66297" cy="498555"/>
          </a:xfrm>
          <a:prstGeom prst="rect">
            <a:avLst/>
          </a:prstGeom>
        </p:spPr>
        <p:txBody>
          <a:bodyPr vert="horz" lIns="92620" tIns="46310" rIns="92620" bIns="4631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77419" y="0"/>
            <a:ext cx="2966297" cy="498555"/>
          </a:xfrm>
          <a:prstGeom prst="rect">
            <a:avLst/>
          </a:prstGeom>
        </p:spPr>
        <p:txBody>
          <a:bodyPr vert="horz" lIns="92620" tIns="46310" rIns="92620" bIns="46310" rtlCol="0"/>
          <a:lstStyle>
            <a:lvl1pPr algn="r">
              <a:defRPr sz="1200"/>
            </a:lvl1pPr>
          </a:lstStyle>
          <a:p>
            <a:fld id="{A02D6AF2-699B-42AB-9AA6-5F448F6BF813}" type="datetimeFigureOut">
              <a:rPr kumimoji="1" lang="ja-JP" altLang="en-US" smtClean="0"/>
              <a:t>2026/3/11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720725" y="747713"/>
            <a:ext cx="5403850" cy="3740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20" tIns="46310" rIns="92620" bIns="4631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4531" y="4736268"/>
            <a:ext cx="5476240" cy="4486990"/>
          </a:xfrm>
          <a:prstGeom prst="rect">
            <a:avLst/>
          </a:prstGeom>
        </p:spPr>
        <p:txBody>
          <a:bodyPr vert="horz" lIns="92620" tIns="46310" rIns="92620" bIns="4631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70803"/>
            <a:ext cx="2966297" cy="498555"/>
          </a:xfrm>
          <a:prstGeom prst="rect">
            <a:avLst/>
          </a:prstGeom>
        </p:spPr>
        <p:txBody>
          <a:bodyPr vert="horz" lIns="92620" tIns="46310" rIns="92620" bIns="4631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77419" y="9470803"/>
            <a:ext cx="2966297" cy="498555"/>
          </a:xfrm>
          <a:prstGeom prst="rect">
            <a:avLst/>
          </a:prstGeom>
        </p:spPr>
        <p:txBody>
          <a:bodyPr vert="horz" lIns="92620" tIns="46310" rIns="92620" bIns="46310" rtlCol="0" anchor="b"/>
          <a:lstStyle>
            <a:lvl1pPr algn="r">
              <a:defRPr sz="1200"/>
            </a:lvl1pPr>
          </a:lstStyle>
          <a:p>
            <a:fld id="{B728FA52-5C2C-41C8-9A98-666EAD66D4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6788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\\Gfp10\黒島_制作\s_SEデザイン\edifist\pptテンプレート制作\スライス\表紙_ライン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3240" y="2630488"/>
            <a:ext cx="3281363" cy="339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 descr="\\Gfp10\黒島_制作\s_SEデザイン\edifist\pptテンプレート制作\スライス\ロゴ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7373" y="260649"/>
            <a:ext cx="1365246" cy="228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272480" y="2564913"/>
            <a:ext cx="7644849" cy="866527"/>
          </a:xfrm>
        </p:spPr>
        <p:txBody>
          <a:bodyPr>
            <a:normAutofit/>
          </a:bodyPr>
          <a:lstStyle>
            <a:lvl1pPr algn="l">
              <a:defRPr sz="3000">
                <a:solidFill>
                  <a:srgbClr val="0078C1"/>
                </a:solidFill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272480" y="3472544"/>
            <a:ext cx="6934200" cy="17526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387900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\\Gfp10\黒島_制作\s_SEデザイン\edifist\pptテンプレート制作\スライス\ロゴ.e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0" y="6577022"/>
            <a:ext cx="1080029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85365" y="1949490"/>
            <a:ext cx="9517057" cy="792088"/>
          </a:xfrm>
          <a:blipFill>
            <a:blip r:embed="rId3" cstate="print"/>
            <a:stretch>
              <a:fillRect/>
            </a:stretch>
          </a:blipFill>
        </p:spPr>
        <p:txBody>
          <a:bodyPr>
            <a:normAutofit/>
          </a:bodyPr>
          <a:lstStyle>
            <a:lvl1pPr algn="ctr">
              <a:defRPr sz="2600" b="1" cap="all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94476" y="3005898"/>
            <a:ext cx="9517057" cy="810319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© </a:t>
            </a:r>
            <a:r>
              <a:rPr lang="en-US" altLang="ja-JP" err="1"/>
              <a:t>Edifist</a:t>
            </a:r>
            <a:r>
              <a:rPr lang="en-US" altLang="ja-JP"/>
              <a:t> Learning Inc. All rights reserved.</a:t>
            </a:r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51B9341-B260-4715-951A-E21832254E3E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71887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 userDrawn="1"/>
        </p:nvSpPr>
        <p:spPr>
          <a:xfrm>
            <a:off x="0" y="765176"/>
            <a:ext cx="9906000" cy="5688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800">
              <a:solidFill>
                <a:srgbClr val="FFFFFF"/>
              </a:solidFill>
            </a:endParaRPr>
          </a:p>
        </p:txBody>
      </p:sp>
      <p:sp>
        <p:nvSpPr>
          <p:cNvPr id="5" name="正方形/長方形 4"/>
          <p:cNvSpPr/>
          <p:nvPr userDrawn="1"/>
        </p:nvSpPr>
        <p:spPr>
          <a:xfrm>
            <a:off x="0" y="-4763"/>
            <a:ext cx="9906000" cy="825501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800">
              <a:solidFill>
                <a:srgbClr val="FFFFFF"/>
              </a:solidFill>
            </a:endParaRPr>
          </a:p>
        </p:txBody>
      </p:sp>
      <p:pic>
        <p:nvPicPr>
          <p:cNvPr id="6" name="Picture 3" descr="\\Gfp10\黒島_制作\s_SEデザイン\edifist\pptテンプレート制作\スライス\ロゴ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0" y="6577022"/>
            <a:ext cx="1080029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72480" y="128350"/>
            <a:ext cx="8658962" cy="564355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0493" y="980728"/>
            <a:ext cx="9205023" cy="5328592"/>
          </a:xfrm>
        </p:spPr>
        <p:txBody>
          <a:bodyPr>
            <a:normAutofit/>
          </a:bodyPr>
          <a:lstStyle>
            <a:lvl1pPr marL="342900" indent="-342900">
              <a:buClr>
                <a:schemeClr val="tx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</a:defRPr>
            </a:lvl1pPr>
            <a:lvl2pPr>
              <a:buClr>
                <a:schemeClr val="tx2"/>
              </a:buClr>
              <a:defRPr sz="1800"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 sz="1600">
                <a:solidFill>
                  <a:schemeClr val="tx1"/>
                </a:solidFill>
              </a:defRPr>
            </a:lvl3pPr>
            <a:lvl4pPr>
              <a:buClr>
                <a:schemeClr val="tx2"/>
              </a:buClr>
              <a:defRPr sz="1100"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フッター プレースホルダー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© </a:t>
            </a:r>
            <a:r>
              <a:rPr lang="en-US" altLang="ja-JP" err="1"/>
              <a:t>Edifist</a:t>
            </a:r>
            <a:r>
              <a:rPr lang="en-US" altLang="ja-JP"/>
              <a:t> Learning Inc. All rights reserved.</a:t>
            </a:r>
            <a:endParaRPr lang="ja-JP" altLang="en-US"/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E3775C3-C297-4870-9654-79FE6708075B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40788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 userDrawn="1"/>
        </p:nvSpPr>
        <p:spPr>
          <a:xfrm>
            <a:off x="0" y="765176"/>
            <a:ext cx="9906000" cy="5688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800">
              <a:solidFill>
                <a:srgbClr val="FFFFFF"/>
              </a:solidFill>
            </a:endParaRPr>
          </a:p>
        </p:txBody>
      </p:sp>
      <p:sp>
        <p:nvSpPr>
          <p:cNvPr id="5" name="正方形/長方形 4"/>
          <p:cNvSpPr/>
          <p:nvPr userDrawn="1"/>
        </p:nvSpPr>
        <p:spPr>
          <a:xfrm>
            <a:off x="0" y="-4524"/>
            <a:ext cx="9906000" cy="825011"/>
          </a:xfrm>
          <a:prstGeom prst="rect">
            <a:avLst/>
          </a:prstGeom>
          <a:blipFill dpi="0" rotWithShape="1">
            <a:blip r:embed="rId2" cstate="print"/>
            <a:srcRect/>
            <a:tile tx="0" ty="0" sx="100000" sy="100000" flip="none" algn="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800">
              <a:solidFill>
                <a:srgbClr val="FFFFFF"/>
              </a:solidFill>
            </a:endParaRPr>
          </a:p>
        </p:txBody>
      </p:sp>
      <p:pic>
        <p:nvPicPr>
          <p:cNvPr id="6" name="Picture 3" descr="\\Gfp10\黒島_制作\s_SEデザイン\edifist\pptテンプレート制作\スライス\ロゴ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0" y="6577022"/>
            <a:ext cx="1080029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タイトル 1"/>
          <p:cNvSpPr>
            <a:spLocks noGrp="1"/>
          </p:cNvSpPr>
          <p:nvPr>
            <p:ph type="title"/>
          </p:nvPr>
        </p:nvSpPr>
        <p:spPr>
          <a:xfrm>
            <a:off x="272480" y="128350"/>
            <a:ext cx="8658962" cy="564355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12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0493" y="980728"/>
            <a:ext cx="9205023" cy="5328592"/>
          </a:xfrm>
        </p:spPr>
        <p:txBody>
          <a:bodyPr>
            <a:normAutofit/>
          </a:bodyPr>
          <a:lstStyle>
            <a:lvl1pPr marL="342900" indent="-342900">
              <a:buClr>
                <a:schemeClr val="tx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</a:defRPr>
            </a:lvl1pPr>
            <a:lvl2pPr>
              <a:buClr>
                <a:schemeClr val="tx2"/>
              </a:buClr>
              <a:defRPr sz="1800"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 sz="1600">
                <a:solidFill>
                  <a:schemeClr val="tx1"/>
                </a:solidFill>
              </a:defRPr>
            </a:lvl3pPr>
            <a:lvl4pPr>
              <a:buClr>
                <a:schemeClr val="tx2"/>
              </a:buClr>
              <a:defRPr sz="1100"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フッター プレースホルダー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© </a:t>
            </a:r>
            <a:r>
              <a:rPr lang="en-US" altLang="ja-JP" err="1"/>
              <a:t>Edifist</a:t>
            </a:r>
            <a:r>
              <a:rPr lang="en-US" altLang="ja-JP"/>
              <a:t> Learning Inc. All rights reserved.</a:t>
            </a:r>
            <a:endParaRPr lang="ja-JP" altLang="en-US"/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D92606F-8A3E-4501-B43D-E196D334663E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81789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 userDrawn="1"/>
        </p:nvSpPr>
        <p:spPr>
          <a:xfrm>
            <a:off x="0" y="765176"/>
            <a:ext cx="9906000" cy="5688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800">
              <a:solidFill>
                <a:srgbClr val="FFFFFF"/>
              </a:solidFill>
            </a:endParaRPr>
          </a:p>
        </p:txBody>
      </p:sp>
      <p:pic>
        <p:nvPicPr>
          <p:cNvPr id="5" name="Picture 2" descr="\\Gfp10\黒島_制作\s_SEデザイン\edifist\pptテンプレート制作\スライス\タイトル_03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" y="773113"/>
            <a:ext cx="990428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\\Gfp10\黒島_制作\s_SEデザイン\edifist\pptテンプレート制作\スライス\ロゴ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0" y="6577022"/>
            <a:ext cx="1080029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タイトル 1"/>
          <p:cNvSpPr>
            <a:spLocks noGrp="1"/>
          </p:cNvSpPr>
          <p:nvPr>
            <p:ph type="title"/>
          </p:nvPr>
        </p:nvSpPr>
        <p:spPr>
          <a:xfrm>
            <a:off x="272480" y="128350"/>
            <a:ext cx="8658962" cy="564355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12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0493" y="980728"/>
            <a:ext cx="9205023" cy="5328592"/>
          </a:xfrm>
        </p:spPr>
        <p:txBody>
          <a:bodyPr>
            <a:normAutofit/>
          </a:bodyPr>
          <a:lstStyle>
            <a:lvl1pPr marL="342900" indent="-342900">
              <a:buClr>
                <a:schemeClr val="tx2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</a:defRPr>
            </a:lvl1pPr>
            <a:lvl2pPr>
              <a:buClr>
                <a:schemeClr val="tx2"/>
              </a:buClr>
              <a:defRPr sz="1800">
                <a:solidFill>
                  <a:schemeClr val="tx1"/>
                </a:solidFill>
              </a:defRPr>
            </a:lvl2pPr>
            <a:lvl3pPr>
              <a:buClr>
                <a:schemeClr val="tx2"/>
              </a:buClr>
              <a:defRPr sz="1600">
                <a:solidFill>
                  <a:schemeClr val="tx1"/>
                </a:solidFill>
              </a:defRPr>
            </a:lvl3pPr>
            <a:lvl4pPr>
              <a:buClr>
                <a:schemeClr val="tx2"/>
              </a:buClr>
              <a:defRPr sz="1100">
                <a:solidFill>
                  <a:schemeClr val="tx1"/>
                </a:solidFill>
              </a:defRPr>
            </a:lvl4pPr>
            <a:lvl5pPr>
              <a:buClr>
                <a:schemeClr val="tx2"/>
              </a:buCl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フッター プレースホルダー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© </a:t>
            </a:r>
            <a:r>
              <a:rPr lang="en-US" altLang="ja-JP" err="1"/>
              <a:t>Edifist</a:t>
            </a:r>
            <a:r>
              <a:rPr lang="en-US" altLang="ja-JP"/>
              <a:t> Learning Inc. All rights reserved.</a:t>
            </a:r>
            <a:endParaRPr lang="ja-JP" altLang="en-US"/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B9A458F-255A-4455-AF16-827E73C709F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26159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765176"/>
            <a:ext cx="9906000" cy="5688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800">
              <a:solidFill>
                <a:srgbClr val="FFFFFF"/>
              </a:solidFill>
            </a:endParaRPr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-4763"/>
            <a:ext cx="9906000" cy="825501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800">
              <a:solidFill>
                <a:srgbClr val="FFFFFF"/>
              </a:solidFill>
            </a:endParaRPr>
          </a:p>
        </p:txBody>
      </p:sp>
      <p:pic>
        <p:nvPicPr>
          <p:cNvPr id="7" name="Picture 3" descr="\\Gfp10\黒島_制作\s_SEデザイン\edifist\pptテンプレート制作\スライス\ロゴ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0" y="6577022"/>
            <a:ext cx="1080029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0" y="908720"/>
            <a:ext cx="4836000" cy="5544616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051178" y="908720"/>
            <a:ext cx="4836000" cy="5544616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2" name="タイトル 1"/>
          <p:cNvSpPr>
            <a:spLocks noGrp="1"/>
          </p:cNvSpPr>
          <p:nvPr>
            <p:ph type="title"/>
          </p:nvPr>
        </p:nvSpPr>
        <p:spPr>
          <a:xfrm>
            <a:off x="272480" y="128350"/>
            <a:ext cx="8658962" cy="564355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8" name="フッター プレースホルダー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© </a:t>
            </a:r>
            <a:r>
              <a:rPr lang="en-US" altLang="ja-JP" err="1"/>
              <a:t>Edifist</a:t>
            </a:r>
            <a:r>
              <a:rPr lang="en-US" altLang="ja-JP"/>
              <a:t> Learning Inc. All rights reserved.</a:t>
            </a:r>
            <a:endParaRPr lang="ja-JP" altLang="en-US"/>
          </a:p>
        </p:txBody>
      </p:sp>
      <p:sp>
        <p:nvSpPr>
          <p:cNvPr id="9" name="スライド番号プレースホルダー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293F52-5C6E-411E-8BA7-D01B50DD7654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17516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765176"/>
            <a:ext cx="9906000" cy="5688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800">
              <a:solidFill>
                <a:srgbClr val="FFFFFF"/>
              </a:solidFill>
            </a:endParaRPr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-4524"/>
            <a:ext cx="9906000" cy="825011"/>
          </a:xfrm>
          <a:prstGeom prst="rect">
            <a:avLst/>
          </a:prstGeom>
          <a:blipFill dpi="0" rotWithShape="1">
            <a:blip r:embed="rId2" cstate="print"/>
            <a:srcRect/>
            <a:tile tx="0" ty="0" sx="100000" sy="100000" flip="none" algn="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800">
              <a:solidFill>
                <a:srgbClr val="FFFFFF"/>
              </a:solidFill>
            </a:endParaRPr>
          </a:p>
        </p:txBody>
      </p:sp>
      <p:pic>
        <p:nvPicPr>
          <p:cNvPr id="7" name="Picture 3" descr="\\Gfp10\黒島_制作\s_SEデザイン\edifist\pptテンプレート制作\スライス\ロゴ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0" y="6577022"/>
            <a:ext cx="1080029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0" y="908720"/>
            <a:ext cx="4836000" cy="554461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10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051178" y="908720"/>
            <a:ext cx="4836000" cy="554461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10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5" name="タイトル 1"/>
          <p:cNvSpPr>
            <a:spLocks noGrp="1"/>
          </p:cNvSpPr>
          <p:nvPr>
            <p:ph type="title"/>
          </p:nvPr>
        </p:nvSpPr>
        <p:spPr>
          <a:xfrm>
            <a:off x="272480" y="128350"/>
            <a:ext cx="8658962" cy="564355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8" name="フッター プレースホルダー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© </a:t>
            </a:r>
            <a:r>
              <a:rPr lang="en-US" altLang="ja-JP" err="1"/>
              <a:t>Edifist</a:t>
            </a:r>
            <a:r>
              <a:rPr lang="en-US" altLang="ja-JP"/>
              <a:t> Learning Inc. All rights reserved.</a:t>
            </a:r>
            <a:endParaRPr lang="ja-JP" altLang="en-US"/>
          </a:p>
        </p:txBody>
      </p:sp>
      <p:sp>
        <p:nvSpPr>
          <p:cNvPr id="9" name="スライド番号プレースホルダー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0F5BC0D-3915-4E92-A65F-5F53EE90216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07504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765176"/>
            <a:ext cx="9906000" cy="5688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ja-JP" altLang="en-US" sz="1800">
              <a:solidFill>
                <a:srgbClr val="FFFFFF"/>
              </a:solidFill>
            </a:endParaRPr>
          </a:p>
        </p:txBody>
      </p:sp>
      <p:pic>
        <p:nvPicPr>
          <p:cNvPr id="6" name="Picture 2" descr="\\Gfp10\黒島_制作\s_SEデザイン\edifist\pptテンプレート制作\スライス\タイトル_03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" y="773113"/>
            <a:ext cx="9904280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 descr="\\Gfp10\黒島_制作\s_SEデザイン\edifist\pptテンプレート制作\スライス\ロゴ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0" y="6577022"/>
            <a:ext cx="1080029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0" y="908720"/>
            <a:ext cx="4836000" cy="554461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10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051178" y="908720"/>
            <a:ext cx="4836000" cy="554461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000">
                <a:solidFill>
                  <a:schemeClr val="tx1"/>
                </a:solidFill>
              </a:defRPr>
            </a:lvl4pPr>
            <a:lvl5pPr>
              <a:defRPr sz="10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5" name="タイトル 1"/>
          <p:cNvSpPr>
            <a:spLocks noGrp="1"/>
          </p:cNvSpPr>
          <p:nvPr>
            <p:ph type="title"/>
          </p:nvPr>
        </p:nvSpPr>
        <p:spPr>
          <a:xfrm>
            <a:off x="272480" y="128350"/>
            <a:ext cx="8658962" cy="564355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8" name="フッター プレースホルダー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© </a:t>
            </a:r>
            <a:r>
              <a:rPr lang="en-US" altLang="ja-JP" err="1"/>
              <a:t>Edifist</a:t>
            </a:r>
            <a:r>
              <a:rPr lang="en-US" altLang="ja-JP"/>
              <a:t> Learning Inc. All rights reserved.</a:t>
            </a:r>
            <a:endParaRPr lang="ja-JP" altLang="en-US"/>
          </a:p>
        </p:txBody>
      </p:sp>
      <p:sp>
        <p:nvSpPr>
          <p:cNvPr id="9" name="スライド番号プレースホルダー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AF54FDE-D10D-4D4A-8EAC-AAB362AADBE8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85679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最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\\Gfp10\黒島_制作\s_SEデザイン\edifist\pptテンプレート制作\スライス\ロゴ.e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60" y="6577022"/>
            <a:ext cx="1080029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© </a:t>
            </a:r>
            <a:r>
              <a:rPr lang="en-US" altLang="ja-JP" err="1"/>
              <a:t>Edifist</a:t>
            </a:r>
            <a:r>
              <a:rPr lang="en-US" altLang="ja-JP"/>
              <a:t> Learning Inc. All rights reserved.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6970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大分類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998AEC1-D56D-4105-931F-5C397871EF8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5" name="テキスト プレースホルダ 3"/>
          <p:cNvSpPr>
            <a:spLocks noGrp="1"/>
          </p:cNvSpPr>
          <p:nvPr>
            <p:ph type="body" sz="half" idx="12"/>
          </p:nvPr>
        </p:nvSpPr>
        <p:spPr>
          <a:xfrm>
            <a:off x="3152775" y="549277"/>
            <a:ext cx="6300788" cy="503461"/>
          </a:xfrm>
        </p:spPr>
        <p:txBody>
          <a:bodyPr lIns="0" rIns="0"/>
          <a:lstStyle>
            <a:lvl1pPr marL="0" indent="0">
              <a:buNone/>
              <a:defRPr sz="2000" b="1" u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/>
          </p:nvPr>
        </p:nvSpPr>
        <p:spPr>
          <a:xfrm>
            <a:off x="381001" y="543264"/>
            <a:ext cx="2411412" cy="1985624"/>
          </a:xfrm>
          <a:solidFill>
            <a:schemeClr val="accent1"/>
          </a:solidFill>
          <a:ln>
            <a:noFill/>
          </a:ln>
          <a:effectLst/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</a:bodyPr>
          <a:lstStyle>
            <a:lvl1pPr algn="ctr">
              <a:defRPr lang="ja-JP" altLang="en-US" sz="2400">
                <a:solidFill>
                  <a:schemeClr val="bg1"/>
                </a:solidFill>
              </a:defRPr>
            </a:lvl1pPr>
          </a:lstStyle>
          <a:p>
            <a:pPr lvl="0" algn="ctr"/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27655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271727" y="104777"/>
            <a:ext cx="8659152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タイトルの書式設定</a:t>
            </a:r>
          </a:p>
        </p:txBody>
      </p:sp>
      <p:sp>
        <p:nvSpPr>
          <p:cNvPr id="102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271727" y="908050"/>
            <a:ext cx="9362546" cy="554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286409" y="6502409"/>
            <a:ext cx="4213490" cy="320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00">
                <a:solidFill>
                  <a:srgbClr val="0078C1"/>
                </a:solidFill>
                <a:latin typeface="Segoe UI Semibold" panose="020B0702040204020203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altLang="ja-JP"/>
              <a:t>© </a:t>
            </a:r>
            <a:r>
              <a:rPr lang="en-US" altLang="ja-JP" err="1"/>
              <a:t>Edifist</a:t>
            </a:r>
            <a:r>
              <a:rPr lang="en-US" altLang="ja-JP"/>
              <a:t> Learning Inc. All rights reserved.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687474" y="6480184"/>
            <a:ext cx="210158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0078C1"/>
                </a:solidFill>
                <a:latin typeface="Segoe UI" panose="020B0502040204020203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9ECA16F-5FE8-45FD-A900-C8FEF369676D}" type="slidenum">
              <a:rPr lang="ja-JP" altLang="en-US">
                <a:cs typeface="メイリオ" panose="020B0604030504040204" pitchFamily="50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ja-JP" altLang="en-US">
              <a:cs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0231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48" r:id="rId10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b="1" kern="1200">
          <a:solidFill>
            <a:schemeClr val="bg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–"/>
        <a:defRPr kumimoji="1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–"/>
        <a:defRPr kumimoji="1" sz="11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»"/>
        <a:defRPr kumimoji="1" sz="11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25E6BA-25E4-F6FA-9D6B-22950AA0DA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2700" dirty="0">
                <a:solidFill>
                  <a:srgbClr val="004D88"/>
                </a:solidFill>
                <a:latin typeface="Noto Sans JP"/>
                <a:ea typeface="Noto Sans JP"/>
                <a:cs typeface="Noto Sans JP"/>
                <a:sym typeface="Noto Sans JP"/>
              </a:rPr>
              <a:t>タイトル</a:t>
            </a:r>
            <a:endParaRPr kumimoji="1" lang="ja-JP" altLang="en-US" dirty="0"/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5FE6176C-DCFD-D906-C398-66AB916EED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970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E26E6-6DA9-0696-6E4B-3B71B99D6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E833AD-424F-9796-DD1E-6B90A6F3C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2DC517-B7B0-01DA-E459-E9F7945FA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57250" lvl="1" indent="-457200">
              <a:buFont typeface="+mj-lt"/>
              <a:buAutoNum type="arabicPeriod"/>
            </a:pPr>
            <a:endParaRPr lang="ja-JP" altLang="en-US" dirty="0"/>
          </a:p>
          <a:p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5FA4F9E-79E0-AEC6-F185-3DAB72A422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© Edifist Learning Inc. All rights reserved.</a:t>
            </a: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4577574-93AE-F34F-FD24-CCFA56643A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E3775C3-C297-4870-9654-79FE6708075B}" type="slidenum">
              <a:rPr lang="ja-JP" altLang="en-US" smtClean="0"/>
              <a:pPr>
                <a:defRPr/>
              </a:pPr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43256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54A8A5-BB25-2566-43BA-5E69328C5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１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1153CC2-F5E0-80FA-EB4F-06B240979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413710E-0DDC-58BF-3132-7722A0721D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© Edifist Learning Inc. All rights reserved.</a:t>
            </a: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84908EE-B58E-7E82-C57D-C2A15CBC16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1B9341-B260-4715-951A-E21832254E3E}" type="slidenum">
              <a:rPr lang="ja-JP" altLang="en-US" smtClean="0"/>
              <a:pPr>
                <a:defRPr/>
              </a:pPr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62099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16CFF6-8D55-5238-8B4A-F6C962ABF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1.1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330E5EA-CAAE-251C-9B69-3FEF90D36F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© Edifist Learning Inc. All rights reserved.</a:t>
            </a: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E38F176-459A-FFD7-6019-816014C38C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E3775C3-C297-4870-9654-79FE6708075B}" type="slidenum">
              <a:rPr lang="ja-JP" altLang="en-US" smtClean="0"/>
              <a:pPr>
                <a:defRPr/>
              </a:pPr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11013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844D28-532C-7374-9620-8FB0B03D2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1.2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5B1A944-3756-82A7-D031-5975DCCE6F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© Edifist Learning Inc. All rights reserved.</a:t>
            </a: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2690274-1E7E-44AD-D084-F849E27268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E3775C3-C297-4870-9654-79FE6708075B}" type="slidenum">
              <a:rPr lang="ja-JP" altLang="en-US" smtClean="0"/>
              <a:pPr>
                <a:defRPr/>
              </a:pPr>
              <a:t>4</a:t>
            </a:fld>
            <a:endParaRPr lang="ja-JP" altLang="en-US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C0463A59-9261-D7F3-4747-47D5DE740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941" y="1021550"/>
            <a:ext cx="9205023" cy="5328592"/>
          </a:xfrm>
        </p:spPr>
        <p:txBody>
          <a:bodyPr/>
          <a:lstStyle/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52837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0DE3B-EA61-713B-12B8-EA748D1C6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CBE47D-3BB1-1CEE-60B9-61D8AFC71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２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A3FB63B2-3428-1D57-7387-6DC668DBB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0FEC9D9-A254-05A3-F5C3-B484FFA034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© Edifist Learning Inc. All rights reserved.</a:t>
            </a: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FE3B5D4-7233-C688-D431-A9DE32D62F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1B9341-B260-4715-951A-E21832254E3E}" type="slidenum">
              <a:rPr lang="ja-JP" altLang="en-US" smtClean="0"/>
              <a:pPr>
                <a:defRPr/>
              </a:pPr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83488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A0A64C-392B-5D23-5F22-6B87D3AC0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2.1</a:t>
            </a:r>
            <a:br>
              <a:rPr kumimoji="1" lang="en-US" altLang="ja-JP" dirty="0"/>
            </a:b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9079EF-8996-9F82-D0B0-F75E27547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kumimoji="1" lang="ja-JP" altLang="en-US" sz="1800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E47B2F4-443F-7591-3826-DE9712EA6A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© Edifist Learning Inc. All rights reserved.</a:t>
            </a: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E3957D5-E2A8-8B6B-02E1-FCEE8A8176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E3775C3-C297-4870-9654-79FE6708075B}" type="slidenum">
              <a:rPr lang="ja-JP" altLang="en-US" smtClean="0"/>
              <a:pPr>
                <a:defRPr/>
              </a:pPr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70977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27D375-FFE3-1371-21FE-FDDAC43B8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Noto Sans JP"/>
                <a:ea typeface="Noto Sans JP"/>
                <a:cs typeface="Noto Sans JP"/>
                <a:sym typeface="Noto Sans JP"/>
              </a:rPr>
              <a:t>2.2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07AE45-0F20-1315-56F3-A965631FB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481" y="980728"/>
            <a:ext cx="9516578" cy="5328592"/>
          </a:xfrm>
        </p:spPr>
        <p:txBody>
          <a:bodyPr/>
          <a:lstStyle/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45431AD-BA46-1C96-6F94-6FE74ED182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© Edifist Learning Inc. All rights reserved.</a:t>
            </a: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B761A53-5BCB-3954-2960-4C60C5B8C0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E3775C3-C297-4870-9654-79FE6708075B}" type="slidenum">
              <a:rPr lang="ja-JP" altLang="en-US" smtClean="0"/>
              <a:pPr>
                <a:defRPr/>
              </a:pPr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9461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1A6CCC-7EF3-4379-608E-8C3D683D2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>
                <a:latin typeface="Noto Sans JP"/>
                <a:ea typeface="Noto Sans JP"/>
                <a:cs typeface="Noto Sans JP"/>
                <a:sym typeface="Noto Sans JP"/>
              </a:rPr>
              <a:t>2.3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9389556-73A1-FECB-E66C-25D90F8BB6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© Edifist Learning Inc. All rights reserved.</a:t>
            </a: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1C2D6FD-C245-8494-EE9B-77D864A20A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E3775C3-C297-4870-9654-79FE6708075B}" type="slidenum">
              <a:rPr lang="ja-JP" altLang="en-US" smtClean="0"/>
              <a:pPr>
                <a:defRPr/>
              </a:pPr>
              <a:t>8</a:t>
            </a:fld>
            <a:endParaRPr lang="ja-JP" alt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AC3C08D9-0619-1C8C-20F1-F640BE457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42619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F0B48E-45FE-C80A-02E7-583F3B6D4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9F2C77B-12C0-FFB5-8685-E4A8AD3BB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2969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964FEF-DF2D-3735-BF8A-03C527028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2800" cap="none" dirty="0">
                <a:latin typeface="Noto Sans JP"/>
                <a:ea typeface="Noto Sans JP"/>
                <a:cs typeface="Noto Sans JP"/>
                <a:sym typeface="Noto Sans JP"/>
              </a:rPr>
              <a:t>３．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0BC629-1693-D3FC-EE50-AA3C01C6C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DD807BE-5F22-5380-2F59-9B295CBDCA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© Edifist Learning Inc. All rights reserved.</a:t>
            </a: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065B754-054F-ED86-1987-17B32C6B30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1B9341-B260-4715-951A-E21832254E3E}" type="slidenum">
              <a:rPr lang="ja-JP" altLang="en-US" smtClean="0"/>
              <a:pPr>
                <a:defRPr/>
              </a:pPr>
              <a:t>10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42743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A59945-239D-6783-BB67-96F354160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>
                <a:latin typeface="Noto Sans JP"/>
                <a:ea typeface="Noto Sans JP"/>
                <a:cs typeface="Noto Sans JP"/>
                <a:sym typeface="Noto Sans JP"/>
              </a:rPr>
              <a:t>3. 1</a:t>
            </a:r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F6F4E8F-123C-A1D1-A4D2-3D5AA89749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© Edifist Learning Inc. All rights reserved.</a:t>
            </a: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526979D-FF21-CECF-E713-6355FA39C6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E3775C3-C297-4870-9654-79FE6708075B}" type="slidenum">
              <a:rPr lang="ja-JP" altLang="en-US" smtClean="0"/>
              <a:pPr>
                <a:defRPr/>
              </a:pPr>
              <a:t>11</a:t>
            </a:fld>
            <a:endParaRPr lang="ja-JP" altLang="en-US"/>
          </a:p>
        </p:txBody>
      </p:sp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1D564C68-1876-C095-A3E4-D568998E6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6560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0F3921-5989-4918-69F9-EB80AEC80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2800" cap="none" dirty="0">
                <a:latin typeface="Noto Sans JP"/>
                <a:ea typeface="Noto Sans JP"/>
                <a:cs typeface="Noto Sans JP"/>
                <a:sym typeface="Noto Sans JP"/>
              </a:rPr>
              <a:t>４．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01B8D87-76EB-1A51-EA0F-397316671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BD8DB32-C199-B1A1-7048-710D4E2B47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© Edifist Learning Inc. All rights reserved.</a:t>
            </a: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EEB205B-5568-0459-30E2-7A13781CAB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1B9341-B260-4715-951A-E21832254E3E}" type="slidenum">
              <a:rPr lang="ja-JP" altLang="en-US" smtClean="0"/>
              <a:pPr>
                <a:defRPr/>
              </a:pPr>
              <a:t>12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3897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39145A-6A86-DFF7-D74F-5717A9CA8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Noto Sans JP"/>
                <a:ea typeface="Noto Sans JP"/>
                <a:cs typeface="Noto Sans JP"/>
                <a:sym typeface="Noto Sans JP"/>
              </a:rPr>
              <a:t>4.1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4F446F-9834-874C-EBD0-A9B393D73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dirty="0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indent="0">
              <a:buNone/>
            </a:pPr>
            <a:endParaRPr lang="en-US" altLang="zh-TW" dirty="0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indent="0">
              <a:buNone/>
            </a:pPr>
            <a:endParaRPr lang="en-US" altLang="zh-TW" dirty="0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indent="0">
              <a:buNone/>
            </a:pPr>
            <a:endParaRPr lang="en-US" altLang="zh-TW" dirty="0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indent="0">
              <a:buNone/>
            </a:pPr>
            <a:endParaRPr lang="en-US" altLang="zh-TW" dirty="0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indent="0">
              <a:buNone/>
            </a:pPr>
            <a:endParaRPr lang="en-US" altLang="zh-TW" dirty="0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indent="0">
              <a:buNone/>
            </a:pPr>
            <a:endParaRPr lang="en-US" altLang="zh-TW" dirty="0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33939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8D432-FC05-0F91-2B52-F7B2E78B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F76EBD-6CBA-B0FE-3C48-428A776E9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altLang="ja-JP" dirty="0">
                <a:latin typeface="Noto Sans JP"/>
                <a:ea typeface="Noto Sans JP"/>
                <a:cs typeface="Noto Sans JP"/>
                <a:sym typeface="Noto Sans JP"/>
              </a:rPr>
              <a:t>4.2 </a:t>
            </a:r>
            <a:r>
              <a:rPr lang="ja-JP" altLang="en-US" dirty="0">
                <a:latin typeface="Noto Sans JP"/>
                <a:ea typeface="Noto Sans JP"/>
                <a:cs typeface="Noto Sans JP"/>
                <a:sym typeface="Noto Sans JP"/>
              </a:rPr>
              <a:t>概算費用見積もり</a:t>
            </a:r>
            <a:endParaRPr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7D428D-E878-169B-AABB-33BD50B1D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zh-TW" sz="1600" dirty="0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indent="0">
              <a:buNone/>
            </a:pPr>
            <a:endParaRPr lang="en-US" altLang="zh-TW" sz="1600" dirty="0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indent="0">
              <a:buNone/>
            </a:pPr>
            <a:endParaRPr lang="en-US" altLang="zh-TW" sz="1600" dirty="0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indent="0">
              <a:buNone/>
            </a:pPr>
            <a:endParaRPr lang="en-US" altLang="zh-TW" sz="1600" dirty="0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indent="0">
              <a:buNone/>
            </a:pPr>
            <a:endParaRPr lang="en-US" altLang="zh-TW" sz="1600" dirty="0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indent="0">
              <a:buNone/>
            </a:pPr>
            <a:endParaRPr lang="en-US" altLang="zh-TW" sz="1600" dirty="0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indent="0">
              <a:buNone/>
            </a:pPr>
            <a:endParaRPr lang="en-US" altLang="zh-TW" sz="1600" dirty="0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indent="0">
              <a:buNone/>
            </a:pPr>
            <a:endParaRPr lang="en-US" altLang="zh-TW" sz="1600" dirty="0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marL="0" indent="0">
              <a:buNone/>
            </a:pPr>
            <a:r>
              <a:rPr lang="en-US" altLang="ja-JP" sz="160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※2</a:t>
            </a:r>
            <a:r>
              <a:rPr lang="ja-JP" altLang="en-US" sz="160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回目以降の開催は、開発費を除く「実施費（</a:t>
            </a:r>
            <a:r>
              <a:rPr lang="ja-JP" altLang="en-US" sz="1600" dirty="0">
                <a:solidFill>
                  <a:srgbClr val="666666"/>
                </a:solidFill>
                <a:highlight>
                  <a:srgbClr val="FFFFFF"/>
                </a:highlight>
                <a:latin typeface="Noto Sans JP"/>
                <a:ea typeface="Noto Sans JP"/>
                <a:cs typeface="Noto Sans JP"/>
                <a:sym typeface="Noto Sans JP"/>
              </a:rPr>
              <a:t>約</a:t>
            </a:r>
            <a:r>
              <a:rPr lang="en-US" altLang="ja-JP" sz="1600" dirty="0">
                <a:solidFill>
                  <a:srgbClr val="666666"/>
                </a:solidFill>
                <a:highlight>
                  <a:srgbClr val="FFFFFF"/>
                </a:highlight>
                <a:latin typeface="Noto Sans JP"/>
                <a:ea typeface="Noto Sans JP"/>
                <a:cs typeface="Noto Sans JP"/>
                <a:sym typeface="Noto Sans JP"/>
              </a:rPr>
              <a:t>60</a:t>
            </a:r>
            <a:r>
              <a:rPr lang="ja-JP" altLang="en-US" sz="1600" dirty="0">
                <a:solidFill>
                  <a:srgbClr val="666666"/>
                </a:solidFill>
                <a:highlight>
                  <a:srgbClr val="FFFFFF"/>
                </a:highlight>
                <a:latin typeface="Noto Sans JP"/>
                <a:ea typeface="Noto Sans JP"/>
                <a:cs typeface="Noto Sans JP"/>
                <a:sym typeface="Noto Sans JP"/>
              </a:rPr>
              <a:t>万円</a:t>
            </a:r>
            <a:r>
              <a:rPr lang="en-US" altLang="ja-JP" sz="1600" dirty="0">
                <a:solidFill>
                  <a:srgbClr val="666666"/>
                </a:solidFill>
                <a:highlight>
                  <a:srgbClr val="FFFFFF"/>
                </a:highlight>
                <a:latin typeface="Noto Sans JP"/>
                <a:ea typeface="Noto Sans JP"/>
                <a:cs typeface="Noto Sans JP"/>
                <a:sym typeface="Noto Sans JP"/>
              </a:rPr>
              <a:t>/</a:t>
            </a:r>
            <a:r>
              <a:rPr lang="ja-JP" altLang="en-US" sz="160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回）」のみとなります。</a:t>
            </a:r>
            <a:endParaRPr lang="ja-JP" altLang="en-US" sz="1600" dirty="0"/>
          </a:p>
          <a:p>
            <a:pPr marL="0" indent="0">
              <a:buNone/>
            </a:pPr>
            <a:r>
              <a:rPr lang="en-US" altLang="ja-JP" sz="160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※</a:t>
            </a:r>
            <a:r>
              <a:rPr lang="ja-JP" altLang="en-US" sz="160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生成</a:t>
            </a:r>
            <a:r>
              <a:rPr lang="en-US" altLang="ja-JP" sz="160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AI</a:t>
            </a:r>
            <a:r>
              <a:rPr lang="ja-JP" altLang="en-US" sz="1600" dirty="0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利用に伴うライセンス費用（貴社契約環境を利用）は含んでおりません。</a:t>
            </a:r>
            <a:endParaRPr lang="ja-JP" altLang="en-US" sz="1600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F0EBABF-E4A5-B2A2-6B9F-645C43FF6E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© Edifist Learning Inc. All rights reserved.</a:t>
            </a: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6A7BE70-134C-F5A5-75D5-A0E3FE9AC0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E3775C3-C297-4870-9654-79FE6708075B}" type="slidenum">
              <a:rPr lang="ja-JP" altLang="en-US" smtClean="0"/>
              <a:pPr>
                <a:defRPr/>
              </a:pPr>
              <a:t>14</a:t>
            </a:fld>
            <a:endParaRPr lang="ja-JP" altLang="en-US"/>
          </a:p>
        </p:txBody>
      </p:sp>
      <p:graphicFrame>
        <p:nvGraphicFramePr>
          <p:cNvPr id="7" name="Google Shape;376;p27">
            <a:extLst>
              <a:ext uri="{FF2B5EF4-FFF2-40B4-BE49-F238E27FC236}">
                <a16:creationId xmlns:a16="http://schemas.microsoft.com/office/drawing/2014/main" id="{9EB4BBEC-F0EF-A460-E1F0-9EA6876222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1062148"/>
              </p:ext>
            </p:extLst>
          </p:nvPr>
        </p:nvGraphicFramePr>
        <p:xfrm>
          <a:off x="190500" y="1164771"/>
          <a:ext cx="9525000" cy="18056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9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1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 err="1">
                          <a:solidFill>
                            <a:srgbClr val="FFFFFF"/>
                          </a:solidFill>
                          <a:sym typeface="Noto Sans JP"/>
                        </a:rPr>
                        <a:t>項目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sym typeface="Noto Sans JP"/>
                        </a:rPr>
                        <a:t>内訳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sym typeface="Noto Sans JP"/>
                        </a:rPr>
                        <a:t>概算金額(税別)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 err="1">
                          <a:solidFill>
                            <a:srgbClr val="000000"/>
                          </a:solidFill>
                          <a:sym typeface="Noto Sans JP"/>
                        </a:rPr>
                        <a:t>コンテンツ開発・改訂費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ja-JP" altLang="en-US" sz="1200" b="0" u="none" strike="noStrike" cap="none" dirty="0">
                          <a:solidFill>
                            <a:srgbClr val="000000"/>
                          </a:solidFill>
                          <a:sym typeface="Noto Sans JP"/>
                        </a:rPr>
                        <a:t>生成</a:t>
                      </a:r>
                      <a:r>
                        <a:rPr lang="en-US" sz="1200" b="0" u="none" strike="noStrike" cap="none" dirty="0" err="1">
                          <a:solidFill>
                            <a:srgbClr val="000000"/>
                          </a:solidFill>
                          <a:sym typeface="Noto Sans JP"/>
                        </a:rPr>
                        <a:t>AI活用ガイド、雛形集、既存資料の</a:t>
                      </a:r>
                      <a:r>
                        <a:rPr lang="ja-JP" altLang="en-US" sz="1200" b="0" u="none" strike="noStrike" cap="none" dirty="0">
                          <a:solidFill>
                            <a:srgbClr val="000000"/>
                          </a:solidFill>
                          <a:sym typeface="Noto Sans JP"/>
                        </a:rPr>
                        <a:t>生成</a:t>
                      </a:r>
                      <a:r>
                        <a:rPr lang="en-US" sz="1200" b="0" u="none" strike="noStrike" cap="none" dirty="0">
                          <a:solidFill>
                            <a:srgbClr val="000000"/>
                          </a:solidFill>
                          <a:sym typeface="Noto Sans JP"/>
                        </a:rPr>
                        <a:t>AI対応改訂（実働10日分）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000000"/>
                          </a:solidFill>
                          <a:sym typeface="Noto Sans JP"/>
                        </a:rPr>
                        <a:t>¥800,000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rgbClr val="000000"/>
                          </a:solidFill>
                          <a:sym typeface="Noto Sans JP"/>
                        </a:rPr>
                        <a:t>研修実施費（1開催分）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rgbClr val="000000"/>
                          </a:solidFill>
                          <a:sym typeface="Noto Sans JP"/>
                        </a:rPr>
                        <a:t>メイン講師派遣（4日間）、サブ講師、運営サポート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000000"/>
                          </a:solidFill>
                          <a:sym typeface="Noto Sans JP"/>
                        </a:rPr>
                        <a:t>¥600,000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0000"/>
                          </a:solidFill>
                          <a:sym typeface="Noto Sans JP"/>
                        </a:rPr>
                        <a:t>合計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0000"/>
                          </a:solidFill>
                          <a:sym typeface="Noto Sans JP"/>
                        </a:rPr>
                        <a:t>初回開催時・開発込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000000"/>
                          </a:solidFill>
                          <a:sym typeface="Noto Sans JP"/>
                        </a:rPr>
                        <a:t>¥1,600,000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443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A723A-E3DD-6E04-987F-9E74834A2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4E9D3A-51D4-0CEF-B3B9-D69674441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ja-JP" sz="2800" cap="none" dirty="0" err="1">
                <a:latin typeface="Noto Sans JP"/>
                <a:ea typeface="Noto Sans JP"/>
                <a:cs typeface="Noto Sans JP"/>
                <a:sym typeface="Noto Sans JP"/>
              </a:rPr>
              <a:t>Apendix</a:t>
            </a:r>
            <a:r>
              <a:rPr lang="ja-JP" altLang="en-US" sz="2800" cap="none" dirty="0">
                <a:latin typeface="Noto Sans JP"/>
                <a:ea typeface="Noto Sans JP"/>
                <a:cs typeface="Noto Sans JP"/>
                <a:sym typeface="Noto Sans JP"/>
              </a:rPr>
              <a:t>．</a:t>
            </a:r>
            <a:br>
              <a:rPr lang="en-US" altLang="ja-JP" sz="2800" cap="none" dirty="0">
                <a:latin typeface="Noto Sans JP"/>
                <a:ea typeface="Noto Sans JP"/>
                <a:cs typeface="Noto Sans JP"/>
                <a:sym typeface="Noto Sans JP"/>
              </a:rPr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44F6298-3D0A-2B83-A826-2DCB1C094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61E27F3-8A2D-4ADE-5223-DF8C84F62F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© Edifist Learning Inc. All rights reserved.</a:t>
            </a:r>
            <a:endParaRPr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A8BAE68-7591-B78C-E2B8-5092FBA07F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1B9341-B260-4715-951A-E21832254E3E}" type="slidenum">
              <a:rPr lang="ja-JP" altLang="en-US" smtClean="0"/>
              <a:pPr>
                <a:defRPr/>
              </a:pPr>
              <a:t>15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80118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6D4D7-B3CC-DEBE-3C1C-0710A2DA0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07FA10-9CC9-2683-4447-2F2B21781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生成</a:t>
            </a:r>
            <a:r>
              <a:rPr kumimoji="1" lang="en-US" altLang="ja-JP" dirty="0"/>
              <a:t>AI</a:t>
            </a:r>
            <a:r>
              <a:rPr kumimoji="1" lang="ja-JP" altLang="en-US" dirty="0"/>
              <a:t>導入に伴うシラバス・学習形態の整理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70D185A-9FE7-9017-A61A-1614FD95F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2673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6786461"/>
      </p:ext>
    </p:extLst>
  </p:cSld>
  <p:clrMapOvr>
    <a:masterClrMapping/>
  </p:clrMapOvr>
</p:sld>
</file>

<file path=ppt/theme/theme1.xml><?xml version="1.0" encoding="utf-8"?>
<a:theme xmlns:a="http://schemas.openxmlformats.org/drawingml/2006/main" name="edifist_template_4x3">
  <a:themeElements>
    <a:clrScheme name="Edifist Learning PPT">
      <a:dk1>
        <a:srgbClr val="000000"/>
      </a:dk1>
      <a:lt1>
        <a:srgbClr val="FFFFFF"/>
      </a:lt1>
      <a:dk2>
        <a:srgbClr val="0078C1"/>
      </a:dk2>
      <a:lt2>
        <a:srgbClr val="FFFFFF"/>
      </a:lt2>
      <a:accent1>
        <a:srgbClr val="B4E2FF"/>
      </a:accent1>
      <a:accent2>
        <a:srgbClr val="F4708F"/>
      </a:accent2>
      <a:accent3>
        <a:srgbClr val="F67D04"/>
      </a:accent3>
      <a:accent4>
        <a:srgbClr val="32B032"/>
      </a:accent4>
      <a:accent5>
        <a:srgbClr val="00B0F0"/>
      </a:accent5>
      <a:accent6>
        <a:srgbClr val="C00000"/>
      </a:accent6>
      <a:hlink>
        <a:srgbClr val="99CCFF"/>
      </a:hlink>
      <a:folHlink>
        <a:srgbClr val="CCCCCC"/>
      </a:folHlink>
    </a:clrScheme>
    <a:fontScheme name="Edifist Learning PPT">
      <a:majorFont>
        <a:latin typeface="Segoe UI"/>
        <a:ea typeface="メイリオ"/>
        <a:cs typeface=""/>
      </a:majorFont>
      <a:minorFont>
        <a:latin typeface="Segoe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9F1FF"/>
        </a:solidFill>
        <a:ln>
          <a:noFill/>
        </a:ln>
      </a:spPr>
      <a:bodyPr rtlCol="0" anchor="ctr"/>
      <a:lstStyle>
        <a:defPPr algn="ctr">
          <a:defRPr kumimoji="1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948D230053DA428BBAD5466068956A" ma:contentTypeVersion="23" ma:contentTypeDescription="Create a new document." ma:contentTypeScope="" ma:versionID="9549d2c8580240ad2e326de5a195a52b">
  <xsd:schema xmlns:xsd="http://www.w3.org/2001/XMLSchema" xmlns:xs="http://www.w3.org/2001/XMLSchema" xmlns:p="http://schemas.microsoft.com/office/2006/metadata/properties" xmlns:ns2="a89807d4-1ba8-41f4-a3ce-791349375d6f" xmlns:ns3="eeb9a8be-d17f-4ca8-aaf0-c6d24b141b0f" targetNamespace="http://schemas.microsoft.com/office/2006/metadata/properties" ma:root="true" ma:fieldsID="29ce8ecc915fe817fca3a73ff4c36f99" ns2:_="" ns3:_="">
    <xsd:import namespace="a89807d4-1ba8-41f4-a3ce-791349375d6f"/>
    <xsd:import namespace="eeb9a8be-d17f-4ca8-aaf0-c6d24b141b0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_x5916__x90e8__x30a2__x30af__x30bb__x30b9__x8a31__x53ef_" minOccurs="0"/>
                <xsd:element ref="ns3:MediaServiceObjectDetectorVersions" minOccurs="0"/>
                <xsd:element ref="ns3:update" minOccurs="0"/>
                <xsd:element ref="ns3:MediaServiceSearchProperties" minOccurs="0"/>
                <xsd:element ref="ns3:Thumbnail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9807d4-1ba8-41f4-a3ce-791349375d6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e95fe1e3-8eed-4495-b540-ce0349f65ab2}" ma:internalName="TaxCatchAll" ma:showField="CatchAllData" ma:web="a89807d4-1ba8-41f4-a3ce-791349375d6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b9a8be-d17f-4ca8-aaf0-c6d24b141b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19" nillable="true" ma:displayName="Sign-off status" ma:internalName="Sign_x002d_off_x0020_status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ba39e902-fa48-45d0-b282-97a572fa01c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x5916__x90e8__x30a2__x30af__x30bb__x30b9__x8a31__x53ef_" ma:index="25" nillable="true" ma:displayName="外部アクセス許可" ma:format="Dropdown" ma:list="UserInfo" ma:SharePointGroup="0" ma:internalName="_x5916__x90e8__x30a2__x30af__x30bb__x30b9__x8a31__x53ef_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update" ma:index="27" nillable="true" ma:displayName="update" ma:format="DateTime" ma:internalName="update">
      <xsd:simpleType>
        <xsd:restriction base="dms:DateTime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humbnail" ma:index="29" nillable="true" ma:displayName="Thumbnail" ma:format="Dropdown" ma:internalName="Thumbnail">
      <xsd:simpleType>
        <xsd:restriction base="dms:Text">
          <xsd:maxLength value="255"/>
        </xsd:restriction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5916__x90e8__x30a2__x30af__x30bb__x30b9__x8a31__x53ef_ xmlns="eeb9a8be-d17f-4ca8-aaf0-c6d24b141b0f">
      <UserInfo>
        <DisplayName/>
        <AccountId xsi:nil="true"/>
        <AccountType/>
      </UserInfo>
    </_x5916__x90e8__x30a2__x30af__x30bb__x30b9__x8a31__x53ef_>
    <lcf76f155ced4ddcb4097134ff3c332f xmlns="eeb9a8be-d17f-4ca8-aaf0-c6d24b141b0f">
      <Terms xmlns="http://schemas.microsoft.com/office/infopath/2007/PartnerControls"/>
    </lcf76f155ced4ddcb4097134ff3c332f>
    <_Flow_SignoffStatus xmlns="eeb9a8be-d17f-4ca8-aaf0-c6d24b141b0f" xsi:nil="true"/>
    <TaxCatchAll xmlns="a89807d4-1ba8-41f4-a3ce-791349375d6f" xsi:nil="true"/>
    <update xmlns="eeb9a8be-d17f-4ca8-aaf0-c6d24b141b0f" xsi:nil="true"/>
    <Thumbnail xmlns="eeb9a8be-d17f-4ca8-aaf0-c6d24b141b0f" xsi:nil="true"/>
  </documentManagement>
</p:properties>
</file>

<file path=customXml/itemProps1.xml><?xml version="1.0" encoding="utf-8"?>
<ds:datastoreItem xmlns:ds="http://schemas.openxmlformats.org/officeDocument/2006/customXml" ds:itemID="{83D937AD-3664-4ED1-92E9-ECCF8EACC9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9807d4-1ba8-41f4-a3ce-791349375d6f"/>
    <ds:schemaRef ds:uri="eeb9a8be-d17f-4ca8-aaf0-c6d24b141b0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79880C3-F8EF-45EC-A024-C535D9D279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687072-7BCC-4B16-A757-D6472EF0541C}">
  <ds:schemaRefs>
    <ds:schemaRef ds:uri="eeb9a8be-d17f-4ca8-aaf0-c6d24b141b0f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purl.org/dc/elements/1.1/"/>
    <ds:schemaRef ds:uri="http://www.w3.org/XML/1998/namespace"/>
    <ds:schemaRef ds:uri="a89807d4-1ba8-41f4-a3ce-791349375d6f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428</TotalTime>
  <Words>258</Words>
  <Application>Microsoft Office PowerPoint</Application>
  <PresentationFormat>A4 210 x 297 mm</PresentationFormat>
  <Paragraphs>70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6" baseType="lpstr">
      <vt:lpstr>Noto Sans JP</vt:lpstr>
      <vt:lpstr>メイリオ</vt:lpstr>
      <vt:lpstr>Arial</vt:lpstr>
      <vt:lpstr>Calibri</vt:lpstr>
      <vt:lpstr>Segoe UI</vt:lpstr>
      <vt:lpstr>Segoe UI Semibold</vt:lpstr>
      <vt:lpstr>Wingdings</vt:lpstr>
      <vt:lpstr>edifist_template_4x3</vt:lpstr>
      <vt:lpstr>タイトル</vt:lpstr>
      <vt:lpstr>目次</vt:lpstr>
      <vt:lpstr>１</vt:lpstr>
      <vt:lpstr>1.1</vt:lpstr>
      <vt:lpstr>1.2</vt:lpstr>
      <vt:lpstr>２</vt:lpstr>
      <vt:lpstr>2.1 </vt:lpstr>
      <vt:lpstr>2.2</vt:lpstr>
      <vt:lpstr>2.3</vt:lpstr>
      <vt:lpstr>PowerPoint プレゼンテーション</vt:lpstr>
      <vt:lpstr>３．</vt:lpstr>
      <vt:lpstr>3. 1</vt:lpstr>
      <vt:lpstr>４．</vt:lpstr>
      <vt:lpstr>4.1</vt:lpstr>
      <vt:lpstr>4.2 概算費用見積もり</vt:lpstr>
      <vt:lpstr>Apendix． </vt:lpstr>
      <vt:lpstr>生成AI導入に伴うシラバス・学習形態の整理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柏木 純菜</dc:creator>
  <cp:lastModifiedBy>高橋 栄司</cp:lastModifiedBy>
  <cp:revision>10</cp:revision>
  <cp:lastPrinted>2024-12-18T07:08:35Z</cp:lastPrinted>
  <dcterms:created xsi:type="dcterms:W3CDTF">2014-08-21T10:38:31Z</dcterms:created>
  <dcterms:modified xsi:type="dcterms:W3CDTF">2026-03-11T00:21:17Z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0x0101007A948D230053DA428BBAD5466068956A</vt:lpwstr>
  </property>
  <property fmtid="{D5CDD505-2E9C-101B-9397-08002B2CF9AE}" pid="3" name="Order">
    <vt:r8>10313200</vt:r8>
  </property>
  <property fmtid="{D5CDD505-2E9C-101B-9397-08002B2CF9AE}" pid="4" name="MediaServiceImageTags">
    <vt:lpwstr/>
  </property>
</Properties>
</file>