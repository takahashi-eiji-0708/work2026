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商社の人材開発担当者に向けて、法人営業向け生成AI研修の提案書の「課題認識」の章を書きたいです。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