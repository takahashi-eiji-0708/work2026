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営業企画部 佐伯課長「法人営業20名向けに生成AI活用研修をしたい」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32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365 利用・Copilot 一部試行中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630000" y="1880000"/>
            <a:ext cx="15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11月上旬に実施希望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30000" y="1880000"/>
            <a:ext cx="204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350000" y="1880000"/>
            <a:ext cx="214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決裁者は窓口の上長・未特定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お礼メール・社内報告・行動リストを作る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