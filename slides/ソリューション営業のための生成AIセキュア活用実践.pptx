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7月の侵入事例（前ページ）は、エージェントが想定外の行動をとった例として報じられている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手順とプロンプト例：配布資料「03_演習ガイド」の演習1〜3（docs/word/03_演習ガイド.docx）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練習用の架空データ（codex/testdata/01_マスキング確認データ.txt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 codex/Codex開発プロンプト集.md に、確認用の架空データは codex/testdata/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materials／解答例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演習素材（すべて架空データ）と解答例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